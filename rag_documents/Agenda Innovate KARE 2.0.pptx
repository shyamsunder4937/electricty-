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9" r:id="rId4"/>
  </p:sldIdLst>
  <p:sldSz cx="10693400" cy="15119350"/>
  <p:notesSz cx="10693400" cy="1511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45" d="100"/>
          <a:sy n="45" d="100"/>
        </p:scale>
        <p:origin x="2309" y="4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802481" y="4686998"/>
            <a:ext cx="9094788" cy="31750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604962" y="8466836"/>
            <a:ext cx="7489825" cy="37798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2850"/>
              </a:lnSpc>
            </a:pPr>
            <a:r>
              <a:rPr spc="220" dirty="0"/>
              <a:t>CODING</a:t>
            </a:r>
            <a:r>
              <a:rPr dirty="0"/>
              <a:t> </a:t>
            </a:r>
            <a:r>
              <a:rPr spc="105" dirty="0"/>
              <a:t>BLOCKS</a:t>
            </a:r>
            <a:r>
              <a:rPr spc="5" dirty="0"/>
              <a:t> </a:t>
            </a:r>
            <a:r>
              <a:rPr spc="195" dirty="0"/>
              <a:t>KARE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2850"/>
              </a:lnSpc>
            </a:pPr>
            <a:r>
              <a:rPr spc="220" dirty="0"/>
              <a:t>CODING</a:t>
            </a:r>
            <a:r>
              <a:rPr dirty="0"/>
              <a:t> </a:t>
            </a:r>
            <a:r>
              <a:rPr spc="105" dirty="0"/>
              <a:t>BLOCKS</a:t>
            </a:r>
            <a:r>
              <a:rPr spc="5" dirty="0"/>
              <a:t> </a:t>
            </a:r>
            <a:r>
              <a:rPr spc="195" dirty="0"/>
              <a:t>KARE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534987" y="3477450"/>
            <a:ext cx="4654391" cy="99787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510371" y="3477450"/>
            <a:ext cx="4654391" cy="99787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2850"/>
              </a:lnSpc>
            </a:pPr>
            <a:r>
              <a:rPr spc="220" dirty="0"/>
              <a:t>CODING</a:t>
            </a:r>
            <a:r>
              <a:rPr dirty="0"/>
              <a:t> </a:t>
            </a:r>
            <a:r>
              <a:rPr spc="105" dirty="0"/>
              <a:t>BLOCKS</a:t>
            </a:r>
            <a:r>
              <a:rPr spc="5" dirty="0"/>
              <a:t> </a:t>
            </a:r>
            <a:r>
              <a:rPr spc="195" dirty="0"/>
              <a:t>KARE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2850"/>
              </a:lnSpc>
            </a:pPr>
            <a:r>
              <a:rPr spc="220" dirty="0"/>
              <a:t>CODING</a:t>
            </a:r>
            <a:r>
              <a:rPr dirty="0"/>
              <a:t> </a:t>
            </a:r>
            <a:r>
              <a:rPr spc="105" dirty="0"/>
              <a:t>BLOCKS</a:t>
            </a:r>
            <a:r>
              <a:rPr spc="5" dirty="0"/>
              <a:t> </a:t>
            </a:r>
            <a:r>
              <a:rPr spc="195" dirty="0"/>
              <a:t>KARE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3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2850"/>
              </a:lnSpc>
            </a:pPr>
            <a:r>
              <a:rPr spc="220" dirty="0"/>
              <a:t>CODING</a:t>
            </a:r>
            <a:r>
              <a:rPr dirty="0"/>
              <a:t> </a:t>
            </a:r>
            <a:r>
              <a:rPr spc="105" dirty="0"/>
              <a:t>BLOCKS</a:t>
            </a:r>
            <a:r>
              <a:rPr spc="5" dirty="0"/>
              <a:t> </a:t>
            </a:r>
            <a:r>
              <a:rPr spc="195" dirty="0"/>
              <a:t>KARE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0"/>
            <a:ext cx="10688013" cy="1511234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830236" y="2042804"/>
            <a:ext cx="1342685" cy="1342685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519976" y="2042804"/>
            <a:ext cx="1342684" cy="1342684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1749319" y="4531579"/>
            <a:ext cx="7197725" cy="0"/>
          </a:xfrm>
          <a:custGeom>
            <a:avLst/>
            <a:gdLst/>
            <a:ahLst/>
            <a:cxnLst/>
            <a:rect l="l" t="t" r="r" b="b"/>
            <a:pathLst>
              <a:path w="7197725">
                <a:moveTo>
                  <a:pt x="0" y="0"/>
                </a:moveTo>
                <a:lnTo>
                  <a:pt x="7197481" y="0"/>
                </a:lnTo>
              </a:path>
            </a:pathLst>
          </a:custGeom>
          <a:ln w="380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4289075" y="2333025"/>
            <a:ext cx="2121599" cy="57403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534987" y="3477450"/>
            <a:ext cx="9629775" cy="99787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988596" y="12934887"/>
            <a:ext cx="4617084" cy="406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0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pPr marL="12700">
              <a:lnSpc>
                <a:spcPts val="2850"/>
              </a:lnSpc>
            </a:pPr>
            <a:r>
              <a:rPr spc="220" dirty="0"/>
              <a:t>CODING</a:t>
            </a:r>
            <a:r>
              <a:rPr dirty="0"/>
              <a:t> </a:t>
            </a:r>
            <a:r>
              <a:rPr spc="105" dirty="0"/>
              <a:t>BLOCKS</a:t>
            </a:r>
            <a:r>
              <a:rPr spc="5" dirty="0"/>
              <a:t> </a:t>
            </a:r>
            <a:r>
              <a:rPr spc="195" dirty="0"/>
              <a:t>KARE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534987" y="14060996"/>
            <a:ext cx="2460942" cy="7559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2/13/2026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7703820" y="14060996"/>
            <a:ext cx="2460942" cy="7559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7267577" y="4531629"/>
            <a:ext cx="0" cy="4130040"/>
          </a:xfrm>
          <a:custGeom>
            <a:avLst/>
            <a:gdLst/>
            <a:ahLst/>
            <a:cxnLst/>
            <a:rect l="l" t="t" r="r" b="b"/>
            <a:pathLst>
              <a:path h="4130040">
                <a:moveTo>
                  <a:pt x="0" y="0"/>
                </a:moveTo>
                <a:lnTo>
                  <a:pt x="0" y="4129629"/>
                </a:lnTo>
              </a:path>
            </a:pathLst>
          </a:custGeom>
          <a:ln w="380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4568" y="6019937"/>
            <a:ext cx="161884" cy="16188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0781" y="6709486"/>
            <a:ext cx="161884" cy="16188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7044" y="6407428"/>
            <a:ext cx="161884" cy="161884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7044" y="7065942"/>
            <a:ext cx="161884" cy="16188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7436" y="5589837"/>
            <a:ext cx="161884" cy="161884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1595" y="7438535"/>
            <a:ext cx="161884" cy="16188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7044" y="7764259"/>
            <a:ext cx="161884" cy="161884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0781" y="4916404"/>
            <a:ext cx="161884" cy="16188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67436" y="5284248"/>
            <a:ext cx="161884" cy="161884"/>
          </a:xfrm>
          <a:prstGeom prst="rect">
            <a:avLst/>
          </a:prstGeom>
        </p:spPr>
      </p:pic>
      <p:sp>
        <p:nvSpPr>
          <p:cNvPr id="21" name="object 21"/>
          <p:cNvSpPr txBox="1"/>
          <p:nvPr/>
        </p:nvSpPr>
        <p:spPr>
          <a:xfrm>
            <a:off x="3327908" y="1178929"/>
            <a:ext cx="4033520" cy="99706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Twins &amp; Smart Industry 4.0 </a:t>
            </a:r>
          </a:p>
        </p:txBody>
      </p:sp>
      <p:sp>
        <p:nvSpPr>
          <p:cNvPr id="29" name="object 29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50"/>
              </a:lnSpc>
            </a:pPr>
            <a:r>
              <a:rPr spc="220" dirty="0"/>
              <a:t>CODING</a:t>
            </a:r>
            <a:r>
              <a:rPr dirty="0"/>
              <a:t> </a:t>
            </a:r>
            <a:r>
              <a:rPr spc="105" dirty="0"/>
              <a:t>BLOCKS</a:t>
            </a:r>
            <a:r>
              <a:rPr spc="5" dirty="0"/>
              <a:t> </a:t>
            </a:r>
            <a:r>
              <a:rPr spc="195" dirty="0"/>
              <a:t>KARE</a:t>
            </a:r>
          </a:p>
        </p:txBody>
      </p:sp>
      <p:sp>
        <p:nvSpPr>
          <p:cNvPr id="22" name="object 2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70" dirty="0"/>
              <a:t>AGENDA</a:t>
            </a:r>
          </a:p>
        </p:txBody>
      </p:sp>
      <p:sp>
        <p:nvSpPr>
          <p:cNvPr id="23" name="object 23"/>
          <p:cNvSpPr txBox="1"/>
          <p:nvPr/>
        </p:nvSpPr>
        <p:spPr>
          <a:xfrm>
            <a:off x="3585564" y="3518995"/>
            <a:ext cx="3694429" cy="69769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141095" marR="5080" indent="-1129030">
              <a:lnSpc>
                <a:spcPct val="115599"/>
              </a:lnSpc>
              <a:spcBef>
                <a:spcPts val="100"/>
              </a:spcBef>
            </a:pPr>
            <a:r>
              <a:rPr sz="2000" b="1" dirty="0">
                <a:latin typeface="Times New Roman"/>
                <a:cs typeface="Times New Roman"/>
              </a:rPr>
              <a:t>INAUGURATION</a:t>
            </a:r>
            <a:r>
              <a:rPr sz="2000" b="1" spc="10" dirty="0">
                <a:latin typeface="Times New Roman"/>
                <a:cs typeface="Times New Roman"/>
              </a:rPr>
              <a:t> </a:t>
            </a:r>
            <a:r>
              <a:rPr sz="2000" b="1" spc="-10" dirty="0">
                <a:latin typeface="Times New Roman"/>
                <a:cs typeface="Times New Roman"/>
              </a:rPr>
              <a:t>CEREMONY </a:t>
            </a:r>
            <a:r>
              <a:rPr sz="2000" b="1" dirty="0">
                <a:latin typeface="Times New Roman"/>
                <a:cs typeface="Times New Roman"/>
              </a:rPr>
              <a:t>1</a:t>
            </a:r>
            <a:r>
              <a:rPr lang="en-US" sz="2000" b="1" dirty="0">
                <a:latin typeface="Times New Roman"/>
                <a:cs typeface="Times New Roman"/>
              </a:rPr>
              <a:t>4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/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0</a:t>
            </a:r>
            <a:r>
              <a:rPr lang="en-US" sz="2000" b="1" dirty="0">
                <a:latin typeface="Times New Roman"/>
                <a:cs typeface="Times New Roman"/>
              </a:rPr>
              <a:t>2</a:t>
            </a:r>
            <a:r>
              <a:rPr sz="2000" b="1" spc="-15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/</a:t>
            </a:r>
            <a:r>
              <a:rPr sz="2000" b="1" spc="-10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2026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24" name="object 24"/>
          <p:cNvSpPr txBox="1"/>
          <p:nvPr/>
        </p:nvSpPr>
        <p:spPr>
          <a:xfrm>
            <a:off x="2172325" y="4805272"/>
            <a:ext cx="4179570" cy="3196837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443230">
              <a:lnSpc>
                <a:spcPct val="115599"/>
              </a:lnSpc>
              <a:spcBef>
                <a:spcPts val="100"/>
              </a:spcBef>
            </a:pPr>
            <a:r>
              <a:rPr sz="2000" dirty="0">
                <a:latin typeface="Times New Roman"/>
                <a:cs typeface="Times New Roman"/>
              </a:rPr>
              <a:t>Welcoming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95" dirty="0">
                <a:latin typeface="Times New Roman"/>
                <a:cs typeface="Times New Roman"/>
              </a:rPr>
              <a:t>and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Acknowledgments </a:t>
            </a:r>
            <a:r>
              <a:rPr sz="2000" dirty="0">
                <a:latin typeface="Times New Roman"/>
                <a:cs typeface="Times New Roman"/>
              </a:rPr>
              <a:t>Prayer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spc="-20" dirty="0">
                <a:latin typeface="Times New Roman"/>
                <a:cs typeface="Times New Roman"/>
              </a:rPr>
              <a:t>Song</a:t>
            </a:r>
            <a:endParaRPr sz="2000" dirty="0">
              <a:latin typeface="Times New Roman"/>
              <a:cs typeface="Times New Roman"/>
            </a:endParaRPr>
          </a:p>
          <a:p>
            <a:pPr marL="12700" marR="1816100">
              <a:lnSpc>
                <a:spcPct val="115599"/>
              </a:lnSpc>
            </a:pPr>
            <a:r>
              <a:rPr sz="2000" dirty="0">
                <a:latin typeface="Times New Roman"/>
                <a:cs typeface="Times New Roman"/>
              </a:rPr>
              <a:t>Lighting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of</a:t>
            </a:r>
            <a:r>
              <a:rPr sz="2000" spc="355" dirty="0">
                <a:latin typeface="Times New Roman"/>
                <a:cs typeface="Times New Roman"/>
              </a:rPr>
              <a:t> </a:t>
            </a:r>
            <a:r>
              <a:rPr sz="2000" spc="60" dirty="0">
                <a:latin typeface="Times New Roman"/>
                <a:cs typeface="Times New Roman"/>
              </a:rPr>
              <a:t>the</a:t>
            </a:r>
            <a:r>
              <a:rPr sz="2000" spc="120" dirty="0">
                <a:latin typeface="Times New Roman"/>
                <a:cs typeface="Times New Roman"/>
              </a:rPr>
              <a:t> </a:t>
            </a:r>
            <a:r>
              <a:rPr sz="2000" spc="75" dirty="0">
                <a:latin typeface="Times New Roman"/>
                <a:cs typeface="Times New Roman"/>
              </a:rPr>
              <a:t>Lamp </a:t>
            </a:r>
            <a:r>
              <a:rPr sz="2000" dirty="0">
                <a:latin typeface="Times New Roman"/>
                <a:cs typeface="Times New Roman"/>
              </a:rPr>
              <a:t>Welcome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Address </a:t>
            </a:r>
            <a:r>
              <a:rPr sz="2000" spc="95" dirty="0">
                <a:latin typeface="Times New Roman"/>
                <a:cs typeface="Times New Roman"/>
              </a:rPr>
              <a:t>About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lang="en-US" sz="2000" spc="75" dirty="0">
                <a:latin typeface="Times New Roman"/>
                <a:cs typeface="Times New Roman"/>
              </a:rPr>
              <a:t>Workshop</a:t>
            </a:r>
            <a:endParaRPr sz="2000" dirty="0">
              <a:latin typeface="Times New Roman"/>
              <a:cs typeface="Times New Roman"/>
            </a:endParaRPr>
          </a:p>
          <a:p>
            <a:pPr marL="12700" marR="5080">
              <a:lnSpc>
                <a:spcPct val="115599"/>
              </a:lnSpc>
            </a:pPr>
            <a:r>
              <a:rPr sz="2000" spc="75" dirty="0">
                <a:latin typeface="Times New Roman"/>
                <a:cs typeface="Times New Roman"/>
              </a:rPr>
              <a:t>Honoring</a:t>
            </a:r>
            <a:r>
              <a:rPr sz="2000" spc="60" dirty="0">
                <a:latin typeface="Times New Roman"/>
                <a:cs typeface="Times New Roman"/>
              </a:rPr>
              <a:t> the </a:t>
            </a:r>
            <a:r>
              <a:rPr sz="2000" dirty="0">
                <a:latin typeface="Times New Roman"/>
                <a:cs typeface="Times New Roman"/>
              </a:rPr>
              <a:t>Chief</a:t>
            </a:r>
            <a:r>
              <a:rPr sz="2000" spc="270" dirty="0">
                <a:latin typeface="Times New Roman"/>
                <a:cs typeface="Times New Roman"/>
              </a:rPr>
              <a:t> </a:t>
            </a:r>
            <a:r>
              <a:rPr sz="2000" spc="70" dirty="0">
                <a:latin typeface="Times New Roman"/>
                <a:cs typeface="Times New Roman"/>
              </a:rPr>
              <a:t>Guest</a:t>
            </a:r>
            <a:r>
              <a:rPr sz="2000" spc="6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with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Shalva </a:t>
            </a:r>
            <a:r>
              <a:rPr sz="2000" dirty="0">
                <a:latin typeface="Times New Roman"/>
                <a:cs typeface="Times New Roman"/>
              </a:rPr>
              <a:t>Presidential</a:t>
            </a:r>
            <a:r>
              <a:rPr sz="2000" spc="36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Address</a:t>
            </a:r>
            <a:endParaRPr sz="2000" dirty="0">
              <a:latin typeface="Times New Roman"/>
              <a:cs typeface="Times New Roman"/>
            </a:endParaRPr>
          </a:p>
          <a:p>
            <a:pPr marL="12700" marR="1906270">
              <a:lnSpc>
                <a:spcPct val="115599"/>
              </a:lnSpc>
            </a:pPr>
            <a:r>
              <a:rPr sz="2000" dirty="0">
                <a:latin typeface="Times New Roman"/>
                <a:cs typeface="Times New Roman"/>
              </a:rPr>
              <a:t>Special</a:t>
            </a:r>
            <a:r>
              <a:rPr sz="2000" spc="1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Address</a:t>
            </a:r>
            <a:r>
              <a:rPr sz="2000" spc="5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Chief</a:t>
            </a:r>
            <a:r>
              <a:rPr sz="2000" spc="265" dirty="0">
                <a:latin typeface="Times New Roman"/>
                <a:cs typeface="Times New Roman"/>
              </a:rPr>
              <a:t> </a:t>
            </a:r>
            <a:r>
              <a:rPr sz="2000" spc="70" dirty="0">
                <a:latin typeface="Times New Roman"/>
                <a:cs typeface="Times New Roman"/>
              </a:rPr>
              <a:t>Guest</a:t>
            </a:r>
            <a:r>
              <a:rPr sz="2000" spc="5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Address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7675335" y="4843294"/>
            <a:ext cx="1112520" cy="3600345"/>
          </a:xfrm>
          <a:prstGeom prst="rect">
            <a:avLst/>
          </a:prstGeom>
        </p:spPr>
        <p:txBody>
          <a:bodyPr vert="horz" wrap="square" lIns="0" tIns="603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75"/>
              </a:spcBef>
            </a:pPr>
            <a:r>
              <a:rPr lang="en-US" sz="2000" dirty="0">
                <a:latin typeface="Times New Roman"/>
                <a:cs typeface="Times New Roman"/>
              </a:rPr>
              <a:t>9</a:t>
            </a:r>
            <a:r>
              <a:rPr sz="2000" dirty="0">
                <a:latin typeface="Times New Roman"/>
                <a:cs typeface="Times New Roman"/>
              </a:rPr>
              <a:t>:00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Times New Roman"/>
                <a:cs typeface="Times New Roman"/>
              </a:rPr>
              <a:t>AM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lang="en-US" sz="2000" dirty="0">
                <a:latin typeface="Times New Roman"/>
                <a:cs typeface="Times New Roman"/>
              </a:rPr>
              <a:t>9</a:t>
            </a:r>
            <a:r>
              <a:rPr sz="2000" dirty="0">
                <a:latin typeface="Times New Roman"/>
                <a:cs typeface="Times New Roman"/>
              </a:rPr>
              <a:t>:02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Times New Roman"/>
                <a:cs typeface="Times New Roman"/>
              </a:rPr>
              <a:t>AM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lang="en-US" sz="2000" dirty="0">
                <a:latin typeface="Times New Roman"/>
                <a:cs typeface="Times New Roman"/>
              </a:rPr>
              <a:t>9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lang="en-US" sz="2000" dirty="0">
                <a:latin typeface="Times New Roman"/>
                <a:cs typeface="Times New Roman"/>
              </a:rPr>
              <a:t>0</a:t>
            </a:r>
            <a:r>
              <a:rPr sz="2000" dirty="0">
                <a:latin typeface="Times New Roman"/>
                <a:cs typeface="Times New Roman"/>
              </a:rPr>
              <a:t>5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Times New Roman"/>
                <a:cs typeface="Times New Roman"/>
              </a:rPr>
              <a:t>AM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lang="en-US" sz="2000" dirty="0">
                <a:latin typeface="Times New Roman"/>
                <a:cs typeface="Times New Roman"/>
              </a:rPr>
              <a:t>9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lang="en-US" sz="2000" dirty="0">
                <a:latin typeface="Times New Roman"/>
                <a:cs typeface="Times New Roman"/>
              </a:rPr>
              <a:t>1</a:t>
            </a:r>
            <a:r>
              <a:rPr sz="2000" dirty="0">
                <a:latin typeface="Times New Roman"/>
                <a:cs typeface="Times New Roman"/>
              </a:rPr>
              <a:t>0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Times New Roman"/>
                <a:cs typeface="Times New Roman"/>
              </a:rPr>
              <a:t>AM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lang="en-US" sz="2000" dirty="0">
                <a:latin typeface="Times New Roman"/>
                <a:cs typeface="Times New Roman"/>
              </a:rPr>
              <a:t>9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lang="en-US" sz="2000" dirty="0">
                <a:latin typeface="Times New Roman"/>
                <a:cs typeface="Times New Roman"/>
              </a:rPr>
              <a:t>1</a:t>
            </a:r>
            <a:r>
              <a:rPr sz="2000" dirty="0">
                <a:latin typeface="Times New Roman"/>
                <a:cs typeface="Times New Roman"/>
              </a:rPr>
              <a:t>5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Times New Roman"/>
                <a:cs typeface="Times New Roman"/>
              </a:rPr>
              <a:t>AM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lang="en-US" sz="2000" dirty="0">
                <a:latin typeface="Times New Roman"/>
                <a:cs typeface="Times New Roman"/>
              </a:rPr>
              <a:t>9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lang="en-US" sz="2000" dirty="0">
                <a:latin typeface="Times New Roman"/>
                <a:cs typeface="Times New Roman"/>
              </a:rPr>
              <a:t>2</a:t>
            </a:r>
            <a:r>
              <a:rPr sz="2000" dirty="0">
                <a:latin typeface="Times New Roman"/>
                <a:cs typeface="Times New Roman"/>
              </a:rPr>
              <a:t>0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Times New Roman"/>
                <a:cs typeface="Times New Roman"/>
              </a:rPr>
              <a:t>AM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lang="en-US" sz="2000" spc="-10" dirty="0">
                <a:latin typeface="Times New Roman"/>
                <a:cs typeface="Times New Roman"/>
              </a:rPr>
              <a:t>9</a:t>
            </a:r>
            <a:r>
              <a:rPr sz="2000" spc="-10" dirty="0">
                <a:latin typeface="Times New Roman"/>
                <a:cs typeface="Times New Roman"/>
              </a:rPr>
              <a:t>:</a:t>
            </a:r>
            <a:r>
              <a:rPr lang="en-US" sz="2000" spc="-10" dirty="0">
                <a:latin typeface="Times New Roman"/>
                <a:cs typeface="Times New Roman"/>
              </a:rPr>
              <a:t>2</a:t>
            </a:r>
            <a:r>
              <a:rPr sz="2000" spc="-10" dirty="0">
                <a:latin typeface="Times New Roman"/>
                <a:cs typeface="Times New Roman"/>
              </a:rPr>
              <a:t>5AM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r>
              <a:rPr lang="en-US" sz="2000" dirty="0">
                <a:latin typeface="Times New Roman"/>
                <a:cs typeface="Times New Roman"/>
              </a:rPr>
              <a:t>9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lang="en-US" sz="2000" dirty="0">
                <a:latin typeface="Times New Roman"/>
                <a:cs typeface="Times New Roman"/>
              </a:rPr>
              <a:t>3</a:t>
            </a:r>
            <a:r>
              <a:rPr sz="2000" dirty="0">
                <a:latin typeface="Times New Roman"/>
                <a:cs typeface="Times New Roman"/>
              </a:rPr>
              <a:t>0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Times New Roman"/>
                <a:cs typeface="Times New Roman"/>
              </a:rPr>
              <a:t>AM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70"/>
              </a:spcBef>
            </a:pPr>
            <a:r>
              <a:rPr lang="en-US" sz="2000" dirty="0">
                <a:latin typeface="Times New Roman"/>
                <a:cs typeface="Times New Roman"/>
              </a:rPr>
              <a:t>9</a:t>
            </a:r>
            <a:r>
              <a:rPr sz="2000" dirty="0">
                <a:latin typeface="Times New Roman"/>
                <a:cs typeface="Times New Roman"/>
              </a:rPr>
              <a:t>:</a:t>
            </a:r>
            <a:r>
              <a:rPr lang="en-US" sz="2000" dirty="0">
                <a:latin typeface="Times New Roman"/>
                <a:cs typeface="Times New Roman"/>
              </a:rPr>
              <a:t>3</a:t>
            </a:r>
            <a:r>
              <a:rPr sz="2000" dirty="0">
                <a:latin typeface="Times New Roman"/>
                <a:cs typeface="Times New Roman"/>
              </a:rPr>
              <a:t>5</a:t>
            </a:r>
            <a:r>
              <a:rPr sz="2000" spc="-80" dirty="0">
                <a:latin typeface="Times New Roman"/>
                <a:cs typeface="Times New Roman"/>
              </a:rPr>
              <a:t> </a:t>
            </a:r>
            <a:r>
              <a:rPr sz="2000" spc="110" dirty="0">
                <a:latin typeface="Times New Roman"/>
                <a:cs typeface="Times New Roman"/>
              </a:rPr>
              <a:t>AM</a:t>
            </a:r>
            <a:endParaRPr sz="20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375"/>
              </a:spcBef>
            </a:pPr>
            <a:endParaRPr sz="2000" dirty="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3021" y="5884724"/>
            <a:ext cx="161884" cy="16188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1595" y="6227655"/>
            <a:ext cx="161884" cy="16188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1595" y="7005311"/>
            <a:ext cx="161884" cy="16188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4362" y="5575956"/>
            <a:ext cx="161884" cy="16188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1595" y="4769172"/>
            <a:ext cx="161884" cy="16188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1595" y="5133643"/>
            <a:ext cx="161884" cy="161884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6804535" y="4527763"/>
            <a:ext cx="556893" cy="3989434"/>
          </a:xfrm>
          <a:custGeom>
            <a:avLst/>
            <a:gdLst/>
            <a:ahLst/>
            <a:cxnLst/>
            <a:rect l="l" t="t" r="r" b="b"/>
            <a:pathLst>
              <a:path h="4448175">
                <a:moveTo>
                  <a:pt x="0" y="0"/>
                </a:moveTo>
                <a:lnTo>
                  <a:pt x="0" y="4448050"/>
                </a:lnTo>
              </a:path>
            </a:pathLst>
          </a:custGeom>
          <a:ln w="380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327908" y="1178929"/>
            <a:ext cx="4033520" cy="99706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Twins &amp; Smart Industry 4.0 </a:t>
            </a:r>
            <a:endParaRPr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xfrm>
            <a:off x="2988596" y="12934887"/>
            <a:ext cx="4617084" cy="4064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50"/>
              </a:lnSpc>
            </a:pPr>
            <a:r>
              <a:rPr spc="220" dirty="0"/>
              <a:t>CODING</a:t>
            </a:r>
            <a:r>
              <a:rPr dirty="0"/>
              <a:t> </a:t>
            </a:r>
            <a:r>
              <a:rPr spc="105" dirty="0"/>
              <a:t>BLOCKS</a:t>
            </a:r>
            <a:r>
              <a:rPr spc="5" dirty="0"/>
              <a:t> </a:t>
            </a:r>
            <a:r>
              <a:rPr spc="195" dirty="0"/>
              <a:t>KARE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xfrm>
            <a:off x="4289075" y="2333025"/>
            <a:ext cx="2121599" cy="5740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70" dirty="0"/>
              <a:t>AGENDA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136900" y="3503272"/>
            <a:ext cx="5259319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000" b="1" spc="70" dirty="0">
                <a:latin typeface="Times New Roman"/>
                <a:cs typeface="Times New Roman"/>
              </a:rPr>
              <a:t>WORKSHOP</a:t>
            </a:r>
            <a:r>
              <a:rPr sz="2000" b="1" spc="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EVENT</a:t>
            </a:r>
            <a:r>
              <a:rPr sz="2000" b="1" spc="7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FLOW</a:t>
            </a:r>
            <a:r>
              <a:rPr lang="en-US" sz="2000" b="1" spc="-20" dirty="0">
                <a:latin typeface="Times New Roman"/>
                <a:cs typeface="Times New Roman"/>
              </a:rPr>
              <a:t>  DAY -1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64401" y="4636088"/>
            <a:ext cx="4355641" cy="360483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34315">
              <a:lnSpc>
                <a:spcPct val="115599"/>
              </a:lnSpc>
              <a:spcBef>
                <a:spcPts val="100"/>
              </a:spcBef>
            </a:pPr>
            <a:r>
              <a:rPr sz="2000" spc="70" dirty="0">
                <a:latin typeface="Times New Roman"/>
                <a:cs typeface="Times New Roman"/>
              </a:rPr>
              <a:t>Inauguration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spc="-10" dirty="0">
                <a:latin typeface="Times New Roman"/>
                <a:cs typeface="Times New Roman"/>
              </a:rPr>
              <a:t>Ceremony </a:t>
            </a:r>
            <a:endParaRPr lang="en-US" sz="2000" spc="-10" dirty="0">
              <a:latin typeface="Times New Roman"/>
              <a:cs typeface="Times New Roman"/>
            </a:endParaRPr>
          </a:p>
          <a:p>
            <a:pPr marL="12700" marR="234315">
              <a:lnSpc>
                <a:spcPct val="115599"/>
              </a:lnSpc>
              <a:spcBef>
                <a:spcPts val="1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Fundamentals of Digital Twins</a:t>
            </a:r>
          </a:p>
          <a:p>
            <a:pPr marL="12700" marR="234315">
              <a:lnSpc>
                <a:spcPct val="115599"/>
              </a:lnSpc>
              <a:spcBef>
                <a:spcPts val="1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</a:t>
            </a:r>
          </a:p>
          <a:p>
            <a:pPr marL="12700" marR="234315">
              <a:lnSpc>
                <a:spcPct val="115599"/>
              </a:lnSpc>
              <a:spcBef>
                <a:spcPts val="1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Twins for Mechanical Systems</a:t>
            </a:r>
          </a:p>
          <a:p>
            <a:pPr marL="12700" marR="234315">
              <a:lnSpc>
                <a:spcPct val="115599"/>
              </a:lnSpc>
              <a:spcBef>
                <a:spcPts val="100"/>
              </a:spcBef>
            </a:pPr>
            <a:r>
              <a:rPr lang="en-US" sz="2000" dirty="0"/>
              <a:t>Q&amp;A Discussion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234315">
              <a:lnSpc>
                <a:spcPct val="115599"/>
              </a:lnSpc>
              <a:spcBef>
                <a:spcPts val="1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Lunch Break </a:t>
            </a:r>
          </a:p>
          <a:p>
            <a:pPr marL="12700" marR="1860550">
              <a:lnSpc>
                <a:spcPct val="115599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Smart Industry 4.0 Concepts </a:t>
            </a:r>
          </a:p>
          <a:p>
            <a:pPr marL="12700" marR="1860550">
              <a:lnSpc>
                <a:spcPct val="115599"/>
              </a:lnSpc>
            </a:pPr>
            <a:r>
              <a:rPr lang="en-US" sz="2000" dirty="0">
                <a:latin typeface="Times New Roman"/>
                <a:cs typeface="Times New Roman"/>
              </a:rPr>
              <a:t>Break</a:t>
            </a:r>
            <a:endParaRPr sz="2000" dirty="0">
              <a:latin typeface="Times New Roman"/>
              <a:cs typeface="Times New Roman"/>
            </a:endParaRPr>
          </a:p>
          <a:p>
            <a:pPr marL="12700" marR="5080">
              <a:lnSpc>
                <a:spcPct val="115599"/>
              </a:lnSpc>
            </a:pPr>
            <a:r>
              <a:rPr lang="en-US" sz="2000" dirty="0"/>
              <a:t>Industry 4.0 Case Studies </a:t>
            </a:r>
            <a:r>
              <a:rPr sz="2000" spc="55" dirty="0">
                <a:latin typeface="Times New Roman"/>
                <a:cs typeface="Times New Roman"/>
              </a:rPr>
              <a:t>Final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089027" y="4677424"/>
            <a:ext cx="2296269" cy="3529812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25"/>
              </a:spcBef>
            </a:pPr>
            <a:r>
              <a:rPr sz="1950" spc="50" dirty="0">
                <a:latin typeface="Times New Roman"/>
                <a:cs typeface="Times New Roman"/>
              </a:rPr>
              <a:t>9:</a:t>
            </a:r>
            <a:r>
              <a:rPr lang="en-US" sz="1950" spc="50" dirty="0">
                <a:latin typeface="Times New Roman"/>
                <a:cs typeface="Times New Roman"/>
              </a:rPr>
              <a:t>0</a:t>
            </a:r>
            <a:r>
              <a:rPr sz="1950" spc="50" dirty="0">
                <a:latin typeface="Times New Roman"/>
                <a:cs typeface="Times New Roman"/>
              </a:rPr>
              <a:t>0AM</a:t>
            </a:r>
            <a:endParaRPr sz="19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lang="en-US" sz="1950" spc="45" dirty="0">
                <a:latin typeface="Times New Roman"/>
                <a:cs typeface="Times New Roman"/>
              </a:rPr>
              <a:t>9</a:t>
            </a:r>
            <a:r>
              <a:rPr sz="1950" spc="45" dirty="0">
                <a:latin typeface="Times New Roman"/>
                <a:cs typeface="Times New Roman"/>
              </a:rPr>
              <a:t>:</a:t>
            </a:r>
            <a:r>
              <a:rPr lang="en-US" sz="1950" spc="45" dirty="0">
                <a:latin typeface="Times New Roman"/>
                <a:cs typeface="Times New Roman"/>
              </a:rPr>
              <a:t>30 – 11:00</a:t>
            </a:r>
            <a:r>
              <a:rPr sz="1950" spc="45" dirty="0">
                <a:latin typeface="Times New Roman"/>
                <a:cs typeface="Times New Roman"/>
              </a:rPr>
              <a:t>AM</a:t>
            </a:r>
            <a:endParaRPr lang="en-US" sz="1950" spc="45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lang="en-US" sz="1950" dirty="0">
                <a:latin typeface="Times New Roman"/>
                <a:cs typeface="Times New Roman"/>
              </a:rPr>
              <a:t>11:00AM -11:15AM</a:t>
            </a:r>
            <a:endParaRPr sz="19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lang="en-US" sz="1950" spc="60" dirty="0">
                <a:latin typeface="Times New Roman"/>
                <a:cs typeface="Times New Roman"/>
              </a:rPr>
              <a:t>11</a:t>
            </a:r>
            <a:r>
              <a:rPr sz="1950" spc="60" dirty="0">
                <a:latin typeface="Times New Roman"/>
                <a:cs typeface="Times New Roman"/>
              </a:rPr>
              <a:t>:</a:t>
            </a:r>
            <a:r>
              <a:rPr lang="en-US" sz="1950" spc="60" dirty="0">
                <a:latin typeface="Times New Roman"/>
                <a:cs typeface="Times New Roman"/>
              </a:rPr>
              <a:t>15A</a:t>
            </a:r>
            <a:r>
              <a:rPr sz="1950" spc="60" dirty="0">
                <a:latin typeface="Times New Roman"/>
                <a:cs typeface="Times New Roman"/>
              </a:rPr>
              <a:t>M</a:t>
            </a:r>
            <a:r>
              <a:rPr sz="1950" spc="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-</a:t>
            </a:r>
            <a:r>
              <a:rPr sz="1950" spc="10" dirty="0">
                <a:latin typeface="Times New Roman"/>
                <a:cs typeface="Times New Roman"/>
              </a:rPr>
              <a:t> </a:t>
            </a:r>
            <a:r>
              <a:rPr lang="en-US" sz="1950" spc="10" dirty="0">
                <a:latin typeface="Times New Roman"/>
                <a:cs typeface="Times New Roman"/>
              </a:rPr>
              <a:t>1</a:t>
            </a:r>
            <a:r>
              <a:rPr sz="1950" spc="50" dirty="0">
                <a:latin typeface="Times New Roman"/>
                <a:cs typeface="Times New Roman"/>
              </a:rPr>
              <a:t>2:</a:t>
            </a:r>
            <a:r>
              <a:rPr lang="en-US" sz="1950" spc="50" dirty="0">
                <a:latin typeface="Times New Roman"/>
                <a:cs typeface="Times New Roman"/>
              </a:rPr>
              <a:t>45</a:t>
            </a:r>
            <a:r>
              <a:rPr sz="1950" spc="50" dirty="0">
                <a:latin typeface="Times New Roman"/>
                <a:cs typeface="Times New Roman"/>
              </a:rPr>
              <a:t>PM</a:t>
            </a:r>
            <a:endParaRPr lang="en-US" sz="1950" spc="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lang="en-US" sz="1950" spc="50" dirty="0">
                <a:latin typeface="Times New Roman"/>
                <a:cs typeface="Times New Roman"/>
              </a:rPr>
              <a:t>12:45PM – 1:00PM</a:t>
            </a:r>
            <a:endParaRPr sz="19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lang="en-US" sz="1950" spc="60" dirty="0">
                <a:latin typeface="Times New Roman"/>
                <a:cs typeface="Times New Roman"/>
              </a:rPr>
              <a:t>1:00P</a:t>
            </a:r>
            <a:r>
              <a:rPr sz="1950" spc="60" dirty="0">
                <a:latin typeface="Times New Roman"/>
                <a:cs typeface="Times New Roman"/>
              </a:rPr>
              <a:t>M</a:t>
            </a:r>
            <a:r>
              <a:rPr sz="1950" spc="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-</a:t>
            </a:r>
            <a:r>
              <a:rPr sz="1950" spc="10" dirty="0">
                <a:latin typeface="Times New Roman"/>
                <a:cs typeface="Times New Roman"/>
              </a:rPr>
              <a:t> </a:t>
            </a:r>
            <a:r>
              <a:rPr lang="en-US" sz="1950" spc="50" dirty="0">
                <a:latin typeface="Times New Roman"/>
                <a:cs typeface="Times New Roman"/>
              </a:rPr>
              <a:t>2</a:t>
            </a:r>
            <a:r>
              <a:rPr sz="1950" spc="50" dirty="0">
                <a:latin typeface="Times New Roman"/>
                <a:cs typeface="Times New Roman"/>
              </a:rPr>
              <a:t>:00PM</a:t>
            </a:r>
            <a:endParaRPr sz="19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lang="en-US" sz="1950" spc="60" dirty="0">
                <a:latin typeface="Times New Roman"/>
                <a:cs typeface="Times New Roman"/>
              </a:rPr>
              <a:t>2</a:t>
            </a:r>
            <a:r>
              <a:rPr sz="1950" spc="60" dirty="0">
                <a:latin typeface="Times New Roman"/>
                <a:cs typeface="Times New Roman"/>
              </a:rPr>
              <a:t>:00PM</a:t>
            </a:r>
            <a:r>
              <a:rPr sz="1950" spc="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-</a:t>
            </a:r>
            <a:r>
              <a:rPr sz="1950" spc="10" dirty="0">
                <a:latin typeface="Times New Roman"/>
                <a:cs typeface="Times New Roman"/>
              </a:rPr>
              <a:t> </a:t>
            </a:r>
            <a:r>
              <a:rPr lang="en-US" sz="1950" spc="50" dirty="0">
                <a:latin typeface="Times New Roman"/>
                <a:cs typeface="Times New Roman"/>
              </a:rPr>
              <a:t>3</a:t>
            </a:r>
            <a:r>
              <a:rPr sz="1950" spc="50" dirty="0">
                <a:latin typeface="Times New Roman"/>
                <a:cs typeface="Times New Roman"/>
              </a:rPr>
              <a:t>:</a:t>
            </a:r>
            <a:r>
              <a:rPr lang="en-US" sz="1950" spc="50" dirty="0">
                <a:latin typeface="Times New Roman"/>
                <a:cs typeface="Times New Roman"/>
              </a:rPr>
              <a:t>3</a:t>
            </a:r>
            <a:r>
              <a:rPr sz="1950" spc="50" dirty="0">
                <a:latin typeface="Times New Roman"/>
                <a:cs typeface="Times New Roman"/>
              </a:rPr>
              <a:t>0PM</a:t>
            </a:r>
            <a:endParaRPr sz="19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endParaRPr lang="en-US" sz="1950" spc="6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lang="en-US" sz="1950" spc="60" dirty="0">
                <a:latin typeface="Times New Roman"/>
                <a:cs typeface="Times New Roman"/>
              </a:rPr>
              <a:t>3:30PM – 3:45PM </a:t>
            </a: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lang="en-US" sz="1950" spc="60" dirty="0">
                <a:latin typeface="Times New Roman"/>
                <a:cs typeface="Times New Roman"/>
              </a:rPr>
              <a:t>3</a:t>
            </a:r>
            <a:r>
              <a:rPr sz="1950" spc="60" dirty="0">
                <a:latin typeface="Times New Roman"/>
                <a:cs typeface="Times New Roman"/>
              </a:rPr>
              <a:t>:</a:t>
            </a:r>
            <a:r>
              <a:rPr lang="en-US" sz="1950" spc="60" dirty="0">
                <a:latin typeface="Times New Roman"/>
                <a:cs typeface="Times New Roman"/>
              </a:rPr>
              <a:t>45PM</a:t>
            </a:r>
            <a:r>
              <a:rPr sz="1950" spc="1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-</a:t>
            </a:r>
            <a:r>
              <a:rPr sz="1950" spc="15" dirty="0">
                <a:latin typeface="Times New Roman"/>
                <a:cs typeface="Times New Roman"/>
              </a:rPr>
              <a:t> </a:t>
            </a:r>
            <a:r>
              <a:rPr lang="en-US" sz="1950" spc="50" dirty="0">
                <a:latin typeface="Times New Roman"/>
                <a:cs typeface="Times New Roman"/>
              </a:rPr>
              <a:t>5</a:t>
            </a:r>
            <a:r>
              <a:rPr sz="1950" spc="50" dirty="0">
                <a:latin typeface="Times New Roman"/>
                <a:cs typeface="Times New Roman"/>
              </a:rPr>
              <a:t>:</a:t>
            </a:r>
            <a:r>
              <a:rPr lang="en-US" sz="1950" spc="50" dirty="0">
                <a:latin typeface="Times New Roman"/>
                <a:cs typeface="Times New Roman"/>
              </a:rPr>
              <a:t>0</a:t>
            </a:r>
            <a:r>
              <a:rPr sz="1950" spc="50" dirty="0">
                <a:latin typeface="Times New Roman"/>
                <a:cs typeface="Times New Roman"/>
              </a:rPr>
              <a:t>0</a:t>
            </a:r>
            <a:r>
              <a:rPr lang="en-US" sz="1950" spc="50" dirty="0">
                <a:latin typeface="Times New Roman"/>
                <a:cs typeface="Times New Roman"/>
              </a:rPr>
              <a:t>PM</a:t>
            </a:r>
            <a:endParaRPr sz="1950" dirty="0">
              <a:latin typeface="Times New Roman"/>
              <a:cs typeface="Times New Roman"/>
            </a:endParaRPr>
          </a:p>
        </p:txBody>
      </p:sp>
      <p:pic>
        <p:nvPicPr>
          <p:cNvPr id="76" name="object 5">
            <a:extLst>
              <a:ext uri="{FF2B5EF4-FFF2-40B4-BE49-F238E27FC236}">
                <a16:creationId xmlns:a16="http://schemas.microsoft.com/office/drawing/2014/main" id="{0521B504-87F7-4F84-9678-CF1FF7754DD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1595" y="7695654"/>
            <a:ext cx="161884" cy="161884"/>
          </a:xfrm>
          <a:prstGeom prst="rect">
            <a:avLst/>
          </a:prstGeom>
        </p:spPr>
      </p:pic>
      <p:pic>
        <p:nvPicPr>
          <p:cNvPr id="77" name="object 5">
            <a:extLst>
              <a:ext uri="{FF2B5EF4-FFF2-40B4-BE49-F238E27FC236}">
                <a16:creationId xmlns:a16="http://schemas.microsoft.com/office/drawing/2014/main" id="{F1D372C6-E14D-492B-9AB4-88115C8C82B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5474" y="6635805"/>
            <a:ext cx="161884" cy="161884"/>
          </a:xfrm>
          <a:prstGeom prst="rect">
            <a:avLst/>
          </a:prstGeom>
        </p:spPr>
      </p:pic>
      <p:pic>
        <p:nvPicPr>
          <p:cNvPr id="78" name="object 5">
            <a:extLst>
              <a:ext uri="{FF2B5EF4-FFF2-40B4-BE49-F238E27FC236}">
                <a16:creationId xmlns:a16="http://schemas.microsoft.com/office/drawing/2014/main" id="{8FD7D182-7F93-48DC-8687-980BDB91E2E2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1595" y="8038585"/>
            <a:ext cx="161884" cy="16188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3021" y="5884724"/>
            <a:ext cx="161884" cy="16188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1595" y="6227655"/>
            <a:ext cx="161884" cy="161884"/>
          </a:xfrm>
          <a:prstGeom prst="rect">
            <a:avLst/>
          </a:prstGeom>
        </p:spPr>
      </p:pic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3021" y="7321667"/>
            <a:ext cx="161884" cy="161884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34362" y="5575956"/>
            <a:ext cx="161884" cy="161884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1595" y="4769172"/>
            <a:ext cx="161884" cy="161884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1595" y="5133643"/>
            <a:ext cx="161884" cy="161884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6804535" y="4527763"/>
            <a:ext cx="556893" cy="3989434"/>
          </a:xfrm>
          <a:custGeom>
            <a:avLst/>
            <a:gdLst/>
            <a:ahLst/>
            <a:cxnLst/>
            <a:rect l="l" t="t" r="r" b="b"/>
            <a:pathLst>
              <a:path h="4448175">
                <a:moveTo>
                  <a:pt x="0" y="0"/>
                </a:moveTo>
                <a:lnTo>
                  <a:pt x="0" y="4448050"/>
                </a:lnTo>
              </a:path>
            </a:pathLst>
          </a:custGeom>
          <a:ln w="38090">
            <a:solidFill>
              <a:srgbClr val="00000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 txBox="1"/>
          <p:nvPr/>
        </p:nvSpPr>
        <p:spPr>
          <a:xfrm>
            <a:off x="3327908" y="1178929"/>
            <a:ext cx="4033520" cy="997068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Twins &amp; Smart Industry 4.0 </a:t>
            </a:r>
          </a:p>
        </p:txBody>
      </p:sp>
      <p:sp>
        <p:nvSpPr>
          <p:cNvPr id="21" name="object 21"/>
          <p:cNvSpPr txBox="1">
            <a:spLocks noGrp="1"/>
          </p:cNvSpPr>
          <p:nvPr>
            <p:ph type="ftr" sz="quarter" idx="5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850"/>
              </a:lnSpc>
            </a:pPr>
            <a:r>
              <a:rPr spc="220" dirty="0"/>
              <a:t>CODING</a:t>
            </a:r>
            <a:r>
              <a:rPr dirty="0"/>
              <a:t> </a:t>
            </a:r>
            <a:r>
              <a:rPr spc="105" dirty="0"/>
              <a:t>BLOCKS</a:t>
            </a:r>
            <a:r>
              <a:rPr spc="5" dirty="0"/>
              <a:t> </a:t>
            </a:r>
            <a:r>
              <a:rPr spc="195" dirty="0"/>
              <a:t>KARE</a:t>
            </a:r>
          </a:p>
        </p:txBody>
      </p:sp>
      <p:sp>
        <p:nvSpPr>
          <p:cNvPr id="17" name="object 17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170" dirty="0"/>
              <a:t>AGENDA</a:t>
            </a:r>
          </a:p>
        </p:txBody>
      </p:sp>
      <p:sp>
        <p:nvSpPr>
          <p:cNvPr id="18" name="object 18"/>
          <p:cNvSpPr txBox="1"/>
          <p:nvPr/>
        </p:nvSpPr>
        <p:spPr>
          <a:xfrm>
            <a:off x="3136900" y="3503272"/>
            <a:ext cx="5259319" cy="31995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sz="2000" b="1" spc="70" dirty="0">
                <a:latin typeface="Times New Roman"/>
                <a:cs typeface="Times New Roman"/>
              </a:rPr>
              <a:t>WORKSHOP</a:t>
            </a:r>
            <a:r>
              <a:rPr sz="2000" b="1" spc="70" dirty="0">
                <a:latin typeface="Times New Roman"/>
                <a:cs typeface="Times New Roman"/>
              </a:rPr>
              <a:t> </a:t>
            </a:r>
            <a:r>
              <a:rPr sz="2000" b="1" dirty="0">
                <a:latin typeface="Times New Roman"/>
                <a:cs typeface="Times New Roman"/>
              </a:rPr>
              <a:t>EVENT</a:t>
            </a:r>
            <a:r>
              <a:rPr sz="2000" b="1" spc="75" dirty="0">
                <a:latin typeface="Times New Roman"/>
                <a:cs typeface="Times New Roman"/>
              </a:rPr>
              <a:t> </a:t>
            </a:r>
            <a:r>
              <a:rPr sz="2000" b="1" spc="-20" dirty="0">
                <a:latin typeface="Times New Roman"/>
                <a:cs typeface="Times New Roman"/>
              </a:rPr>
              <a:t>FLOW</a:t>
            </a:r>
            <a:r>
              <a:rPr lang="en-US" sz="2000" b="1" spc="-20" dirty="0">
                <a:latin typeface="Times New Roman"/>
                <a:cs typeface="Times New Roman"/>
              </a:rPr>
              <a:t>  DAY -2</a:t>
            </a:r>
            <a:endParaRPr sz="2000" dirty="0">
              <a:latin typeface="Times New Roman"/>
              <a:cs typeface="Times New Roman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2164401" y="4636088"/>
            <a:ext cx="4355641" cy="324781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34315">
              <a:lnSpc>
                <a:spcPct val="115599"/>
              </a:lnSpc>
              <a:spcBef>
                <a:spcPts val="1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Fundamentals of Process Safety </a:t>
            </a:r>
          </a:p>
          <a:p>
            <a:pPr marL="12700" marR="234315">
              <a:lnSpc>
                <a:spcPct val="115599"/>
              </a:lnSpc>
              <a:spcBef>
                <a:spcPts val="1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Break</a:t>
            </a:r>
          </a:p>
          <a:p>
            <a:pPr marL="12700" marR="234315">
              <a:lnSpc>
                <a:spcPct val="115599"/>
              </a:lnSpc>
              <a:spcBef>
                <a:spcPts val="1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Safety Instrumented Systems </a:t>
            </a:r>
          </a:p>
          <a:p>
            <a:pPr marL="12700" marR="234315">
              <a:lnSpc>
                <a:spcPct val="115599"/>
              </a:lnSpc>
              <a:spcBef>
                <a:spcPts val="100"/>
              </a:spcBef>
            </a:pPr>
            <a:r>
              <a:rPr lang="en-US" sz="2000" dirty="0"/>
              <a:t>(Q&amp;A) Discussion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2700" marR="234315">
              <a:lnSpc>
                <a:spcPct val="115599"/>
              </a:lnSpc>
              <a:spcBef>
                <a:spcPts val="100"/>
              </a:spcBef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Lunch Break </a:t>
            </a:r>
          </a:p>
          <a:p>
            <a:pPr marL="12700" marR="1860550">
              <a:lnSpc>
                <a:spcPct val="115599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Sustainable Mechanical Systems</a:t>
            </a:r>
          </a:p>
          <a:p>
            <a:pPr marL="12700" marR="1860550">
              <a:lnSpc>
                <a:spcPct val="115599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/>
                <a:cs typeface="Times New Roman"/>
              </a:rPr>
              <a:t>Break</a:t>
            </a:r>
            <a:endParaRPr sz="2000" dirty="0">
              <a:latin typeface="Times New Roman"/>
              <a:cs typeface="Times New Roman"/>
            </a:endParaRPr>
          </a:p>
          <a:p>
            <a:pPr marL="12700" marR="5080">
              <a:lnSpc>
                <a:spcPct val="115599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Cross-Disciplinary Career Building</a:t>
            </a:r>
            <a:endParaRPr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7089027" y="4677424"/>
            <a:ext cx="2296269" cy="3178434"/>
          </a:xfrm>
          <a:prstGeom prst="rect">
            <a:avLst/>
          </a:prstGeom>
        </p:spPr>
        <p:txBody>
          <a:bodyPr vert="horz" wrap="square" lIns="0" tIns="666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lang="en-US" sz="1950" spc="45" dirty="0">
                <a:latin typeface="Times New Roman"/>
                <a:cs typeface="Times New Roman"/>
              </a:rPr>
              <a:t>9:00 – 11:00</a:t>
            </a:r>
            <a:r>
              <a:rPr sz="1950" spc="45" dirty="0">
                <a:latin typeface="Times New Roman"/>
                <a:cs typeface="Times New Roman"/>
              </a:rPr>
              <a:t>AM</a:t>
            </a:r>
            <a:endParaRPr lang="en-US" sz="1950" spc="45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lang="en-US" sz="1950" dirty="0">
                <a:latin typeface="Times New Roman"/>
                <a:cs typeface="Times New Roman"/>
              </a:rPr>
              <a:t>11:00AM -11:15AM</a:t>
            </a:r>
            <a:endParaRPr sz="19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lang="en-US" sz="1950" spc="60" dirty="0">
                <a:latin typeface="Times New Roman"/>
                <a:cs typeface="Times New Roman"/>
              </a:rPr>
              <a:t>11</a:t>
            </a:r>
            <a:r>
              <a:rPr sz="1950" spc="60" dirty="0">
                <a:latin typeface="Times New Roman"/>
                <a:cs typeface="Times New Roman"/>
              </a:rPr>
              <a:t>:</a:t>
            </a:r>
            <a:r>
              <a:rPr lang="en-US" sz="1950" spc="60" dirty="0">
                <a:latin typeface="Times New Roman"/>
                <a:cs typeface="Times New Roman"/>
              </a:rPr>
              <a:t>15A</a:t>
            </a:r>
            <a:r>
              <a:rPr sz="1950" spc="60" dirty="0">
                <a:latin typeface="Times New Roman"/>
                <a:cs typeface="Times New Roman"/>
              </a:rPr>
              <a:t>M</a:t>
            </a:r>
            <a:r>
              <a:rPr sz="1950" spc="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-</a:t>
            </a:r>
            <a:r>
              <a:rPr sz="1950" spc="10" dirty="0">
                <a:latin typeface="Times New Roman"/>
                <a:cs typeface="Times New Roman"/>
              </a:rPr>
              <a:t> </a:t>
            </a:r>
            <a:r>
              <a:rPr lang="en-US" sz="1950" spc="10" dirty="0">
                <a:latin typeface="Times New Roman"/>
                <a:cs typeface="Times New Roman"/>
              </a:rPr>
              <a:t>1</a:t>
            </a:r>
            <a:r>
              <a:rPr sz="1950" spc="50" dirty="0">
                <a:latin typeface="Times New Roman"/>
                <a:cs typeface="Times New Roman"/>
              </a:rPr>
              <a:t>2:</a:t>
            </a:r>
            <a:r>
              <a:rPr lang="en-US" sz="1950" spc="50" dirty="0">
                <a:latin typeface="Times New Roman"/>
                <a:cs typeface="Times New Roman"/>
              </a:rPr>
              <a:t>45</a:t>
            </a:r>
            <a:r>
              <a:rPr sz="1950" spc="50" dirty="0">
                <a:latin typeface="Times New Roman"/>
                <a:cs typeface="Times New Roman"/>
              </a:rPr>
              <a:t>PM</a:t>
            </a:r>
            <a:endParaRPr lang="en-US" sz="1950" spc="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lang="en-US" sz="1950" spc="50" dirty="0">
                <a:latin typeface="Times New Roman"/>
                <a:cs typeface="Times New Roman"/>
              </a:rPr>
              <a:t>12:45PM – 1:00PM</a:t>
            </a:r>
            <a:endParaRPr sz="19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lang="en-US" sz="1950" spc="60" dirty="0">
                <a:latin typeface="Times New Roman"/>
                <a:cs typeface="Times New Roman"/>
              </a:rPr>
              <a:t>1:00P</a:t>
            </a:r>
            <a:r>
              <a:rPr sz="1950" spc="60" dirty="0">
                <a:latin typeface="Times New Roman"/>
                <a:cs typeface="Times New Roman"/>
              </a:rPr>
              <a:t>M</a:t>
            </a:r>
            <a:r>
              <a:rPr sz="1950" spc="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-</a:t>
            </a:r>
            <a:r>
              <a:rPr sz="1950" spc="10" dirty="0">
                <a:latin typeface="Times New Roman"/>
                <a:cs typeface="Times New Roman"/>
              </a:rPr>
              <a:t> </a:t>
            </a:r>
            <a:r>
              <a:rPr lang="en-US" sz="1950" spc="50" dirty="0">
                <a:latin typeface="Times New Roman"/>
                <a:cs typeface="Times New Roman"/>
              </a:rPr>
              <a:t>2</a:t>
            </a:r>
            <a:r>
              <a:rPr sz="1950" spc="50" dirty="0">
                <a:latin typeface="Times New Roman"/>
                <a:cs typeface="Times New Roman"/>
              </a:rPr>
              <a:t>:00PM</a:t>
            </a:r>
            <a:endParaRPr sz="19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lang="en-US" sz="1950" spc="60" dirty="0">
                <a:latin typeface="Times New Roman"/>
                <a:cs typeface="Times New Roman"/>
              </a:rPr>
              <a:t>2</a:t>
            </a:r>
            <a:r>
              <a:rPr sz="1950" spc="60" dirty="0">
                <a:latin typeface="Times New Roman"/>
                <a:cs typeface="Times New Roman"/>
              </a:rPr>
              <a:t>:00PM</a:t>
            </a:r>
            <a:r>
              <a:rPr sz="1950" spc="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-</a:t>
            </a:r>
            <a:r>
              <a:rPr sz="1950" spc="10" dirty="0">
                <a:latin typeface="Times New Roman"/>
                <a:cs typeface="Times New Roman"/>
              </a:rPr>
              <a:t> </a:t>
            </a:r>
            <a:r>
              <a:rPr lang="en-US" sz="1950" spc="50" dirty="0">
                <a:latin typeface="Times New Roman"/>
                <a:cs typeface="Times New Roman"/>
              </a:rPr>
              <a:t>3</a:t>
            </a:r>
            <a:r>
              <a:rPr sz="1950" spc="50" dirty="0">
                <a:latin typeface="Times New Roman"/>
                <a:cs typeface="Times New Roman"/>
              </a:rPr>
              <a:t>:</a:t>
            </a:r>
            <a:r>
              <a:rPr lang="en-US" sz="1950" spc="50" dirty="0">
                <a:latin typeface="Times New Roman"/>
                <a:cs typeface="Times New Roman"/>
              </a:rPr>
              <a:t>3</a:t>
            </a:r>
            <a:r>
              <a:rPr sz="1950" spc="50" dirty="0">
                <a:latin typeface="Times New Roman"/>
                <a:cs typeface="Times New Roman"/>
              </a:rPr>
              <a:t>0PM</a:t>
            </a:r>
            <a:endParaRPr sz="195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endParaRPr lang="en-US" sz="1950" spc="6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lang="en-US" sz="1950" spc="60" dirty="0">
                <a:latin typeface="Times New Roman"/>
                <a:cs typeface="Times New Roman"/>
              </a:rPr>
              <a:t>3:30PM – 3:45PM </a:t>
            </a:r>
          </a:p>
          <a:p>
            <a:pPr marL="12700">
              <a:lnSpc>
                <a:spcPct val="100000"/>
              </a:lnSpc>
              <a:spcBef>
                <a:spcPts val="434"/>
              </a:spcBef>
            </a:pPr>
            <a:r>
              <a:rPr lang="en-US" sz="1950" spc="60" dirty="0">
                <a:latin typeface="Times New Roman"/>
                <a:cs typeface="Times New Roman"/>
              </a:rPr>
              <a:t>3</a:t>
            </a:r>
            <a:r>
              <a:rPr sz="1950" spc="60" dirty="0">
                <a:latin typeface="Times New Roman"/>
                <a:cs typeface="Times New Roman"/>
              </a:rPr>
              <a:t>:</a:t>
            </a:r>
            <a:r>
              <a:rPr lang="en-US" sz="1950" spc="60" dirty="0">
                <a:latin typeface="Times New Roman"/>
                <a:cs typeface="Times New Roman"/>
              </a:rPr>
              <a:t>45PM</a:t>
            </a:r>
            <a:r>
              <a:rPr sz="1950" spc="15" dirty="0">
                <a:latin typeface="Times New Roman"/>
                <a:cs typeface="Times New Roman"/>
              </a:rPr>
              <a:t> </a:t>
            </a:r>
            <a:r>
              <a:rPr sz="1950" dirty="0">
                <a:latin typeface="Times New Roman"/>
                <a:cs typeface="Times New Roman"/>
              </a:rPr>
              <a:t>-</a:t>
            </a:r>
            <a:r>
              <a:rPr sz="1950" spc="15" dirty="0">
                <a:latin typeface="Times New Roman"/>
                <a:cs typeface="Times New Roman"/>
              </a:rPr>
              <a:t> </a:t>
            </a:r>
            <a:r>
              <a:rPr lang="en-US" sz="1950" spc="50" dirty="0">
                <a:latin typeface="Times New Roman"/>
                <a:cs typeface="Times New Roman"/>
              </a:rPr>
              <a:t>5</a:t>
            </a:r>
            <a:r>
              <a:rPr sz="1950" spc="50" dirty="0">
                <a:latin typeface="Times New Roman"/>
                <a:cs typeface="Times New Roman"/>
              </a:rPr>
              <a:t>:</a:t>
            </a:r>
            <a:r>
              <a:rPr lang="en-US" sz="1950" spc="50" dirty="0">
                <a:latin typeface="Times New Roman"/>
                <a:cs typeface="Times New Roman"/>
              </a:rPr>
              <a:t>0</a:t>
            </a:r>
            <a:r>
              <a:rPr sz="1950" spc="50" dirty="0">
                <a:latin typeface="Times New Roman"/>
                <a:cs typeface="Times New Roman"/>
              </a:rPr>
              <a:t>0</a:t>
            </a:r>
            <a:r>
              <a:rPr lang="en-US" sz="1950" spc="50" dirty="0">
                <a:latin typeface="Times New Roman"/>
                <a:cs typeface="Times New Roman"/>
              </a:rPr>
              <a:t>PM</a:t>
            </a:r>
            <a:endParaRPr sz="1950" dirty="0">
              <a:latin typeface="Times New Roman"/>
              <a:cs typeface="Times New Roman"/>
            </a:endParaRPr>
          </a:p>
        </p:txBody>
      </p:sp>
      <p:pic>
        <p:nvPicPr>
          <p:cNvPr id="76" name="object 5">
            <a:extLst>
              <a:ext uri="{FF2B5EF4-FFF2-40B4-BE49-F238E27FC236}">
                <a16:creationId xmlns:a16="http://schemas.microsoft.com/office/drawing/2014/main" id="{0521B504-87F7-4F84-9678-CF1FF7754DD4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1595" y="7695654"/>
            <a:ext cx="161884" cy="161884"/>
          </a:xfrm>
          <a:prstGeom prst="rect">
            <a:avLst/>
          </a:prstGeom>
        </p:spPr>
      </p:pic>
      <p:pic>
        <p:nvPicPr>
          <p:cNvPr id="77" name="object 5">
            <a:extLst>
              <a:ext uri="{FF2B5EF4-FFF2-40B4-BE49-F238E27FC236}">
                <a16:creationId xmlns:a16="http://schemas.microsoft.com/office/drawing/2014/main" id="{F1D372C6-E14D-492B-9AB4-88115C8C82BA}"/>
              </a:ext>
            </a:extLst>
          </p:cNvPr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45474" y="6635805"/>
            <a:ext cx="161884" cy="1618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988928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49</TotalTime>
  <Words>262</Words>
  <Application>Microsoft Office PowerPoint</Application>
  <PresentationFormat>Custom</PresentationFormat>
  <Paragraphs>61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6" baseType="lpstr">
      <vt:lpstr>Calibri</vt:lpstr>
      <vt:lpstr>Times New Roman</vt:lpstr>
      <vt:lpstr>Office Theme</vt:lpstr>
      <vt:lpstr>AGENDA</vt:lpstr>
      <vt:lpstr>AGENDA</vt:lpstr>
      <vt:lpstr>AGENDA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Innovate kare</dc:title>
  <dc:creator>I Vinay Blessy Babu</dc:creator>
  <cp:keywords>DAGxX19V5BU,BAGgf3zwzLI,0</cp:keywords>
  <cp:lastModifiedBy>Shyam Sunder K</cp:lastModifiedBy>
  <cp:revision>5</cp:revision>
  <dcterms:created xsi:type="dcterms:W3CDTF">2026-02-13T04:05:06Z</dcterms:created>
  <dcterms:modified xsi:type="dcterms:W3CDTF">2026-02-13T04:54:36Z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2026-01-28T00:00:00Z</vt:filetime>
  </property>
  <property fmtid="{D5CDD505-2E9C-101B-9397-08002B2CF9AE}" pid="3" name="Creator">
    <vt:lpwstr>Canva</vt:lpwstr>
  </property>
  <property fmtid="{D5CDD505-2E9C-101B-9397-08002B2CF9AE}" pid="4" name="LastSaved">
    <vt:filetime>2026-02-13T00:00:00Z</vt:filetime>
  </property>
  <property fmtid="{D5CDD505-2E9C-101B-9397-08002B2CF9AE}" pid="5" name="Producer">
    <vt:lpwstr>Canva</vt:lpwstr>
  </property>
</Properties>
</file>